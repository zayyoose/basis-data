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Quattrocento" panose="02020502030000000404" pitchFamily="18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09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40922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Implementasi Basis Data: Panduan Lengkap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17623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Kelompok :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382845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Abhinaya Fikri 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48067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Daffa Maulana S. 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13290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Dandi Akbar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578512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Dwi Firdaus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643735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Muhammad Najib 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515" y="910114"/>
            <a:ext cx="4922044" cy="61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Tujuan Instruksional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218515" y="2074307"/>
            <a:ext cx="470654" cy="470654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401514" y="2161937"/>
            <a:ext cx="1045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898243" y="2074307"/>
            <a:ext cx="3055620" cy="61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Pengkodean dan Abstraksi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98243" y="2814876"/>
            <a:ext cx="3055620" cy="1673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Memahami bagaimana data diubah menjadi model konseptual dan diabstraksi untuk mewakili entitas dan hubungan.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2937" y="2074307"/>
            <a:ext cx="470654" cy="470654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10319028" y="2161937"/>
            <a:ext cx="15835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842665" y="2074307"/>
            <a:ext cx="3055620" cy="61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Transformasi Model Data ke Struktur Tabel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842665" y="2814876"/>
            <a:ext cx="3055620" cy="133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Memahami proses mengubah model data menjadi struktur tabel yang dapat diterapkan pada DBMS.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8515" y="4932640"/>
            <a:ext cx="470654" cy="470654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3" name="Text 10"/>
          <p:cNvSpPr/>
          <p:nvPr/>
        </p:nvSpPr>
        <p:spPr>
          <a:xfrm>
            <a:off x="6373416" y="5020270"/>
            <a:ext cx="1607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898243" y="4932640"/>
            <a:ext cx="3055620" cy="61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Penggunaan DBMS untuk Manajemen Data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98243" y="5673209"/>
            <a:ext cx="3055620" cy="1004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Memahami peran DBMS dalam pembuatan, pengelolaan, dan pengamanan basis data.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62937" y="4932640"/>
            <a:ext cx="470654" cy="470654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7" name="Text 14"/>
          <p:cNvSpPr/>
          <p:nvPr/>
        </p:nvSpPr>
        <p:spPr>
          <a:xfrm>
            <a:off x="10323195" y="5020270"/>
            <a:ext cx="150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0842665" y="4932640"/>
            <a:ext cx="3055620" cy="92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Penerapan Indeks dan Struktur Penyimpanan untuk Efisiensi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0842665" y="5980748"/>
            <a:ext cx="3055620" cy="133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Memahami penggunaan indeks dan struktur penyimpanan untuk meningkatkan kecepatan akses data dan efisiensi memori.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379E8-E7B7-A74A-D5E8-A173620BF7A7}"/>
              </a:ext>
            </a:extLst>
          </p:cNvPr>
          <p:cNvSpPr/>
          <p:nvPr/>
        </p:nvSpPr>
        <p:spPr>
          <a:xfrm>
            <a:off x="12478215" y="7638585"/>
            <a:ext cx="2152185" cy="591015"/>
          </a:xfrm>
          <a:prstGeom prst="rect">
            <a:avLst/>
          </a:prstGeom>
          <a:solidFill>
            <a:srgbClr val="1233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008709"/>
            <a:ext cx="740009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Pengkodean &amp; Abstraksi Data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071699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Abstraksi data adalah proses menyederhanakan kompleksitas data dengan membuat model konseptual yang mewakili entitas dan hubungan utama. Tahapan ini dilakukan menggunakan alat pemodelan seperti ERD (Entity Relationship Diagram).</a:t>
            </a:r>
            <a:endParaRPr lang="en-US" sz="18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CB28EB-051E-ACCA-A43A-847BF4AEF60D}"/>
              </a:ext>
            </a:extLst>
          </p:cNvPr>
          <p:cNvSpPr/>
          <p:nvPr/>
        </p:nvSpPr>
        <p:spPr>
          <a:xfrm>
            <a:off x="12478215" y="7638585"/>
            <a:ext cx="2152185" cy="591015"/>
          </a:xfrm>
          <a:prstGeom prst="rect">
            <a:avLst/>
          </a:prstGeom>
          <a:solidFill>
            <a:srgbClr val="1233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1104709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Transformasi Model Data ke Basis Data Fisik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Identifikasi Entitas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Entitas utama diidentifikasi sebagai tabel dalam basis data.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Mapping Atribut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37935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Atribut dari entitas diubah menjadi kolom tabel.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Penerapan Kunci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379357"/>
            <a:ext cx="39285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Hubungan antartabel diimplementasikan melalui kunci primer dan kunci asing.</a:t>
            </a:r>
            <a:endParaRPr lang="en-US" sz="1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A59280-37DE-6385-4148-EC8BF0CE8F98}"/>
              </a:ext>
            </a:extLst>
          </p:cNvPr>
          <p:cNvSpPr/>
          <p:nvPr/>
        </p:nvSpPr>
        <p:spPr>
          <a:xfrm>
            <a:off x="12478215" y="7638585"/>
            <a:ext cx="2152185" cy="591015"/>
          </a:xfrm>
          <a:prstGeom prst="rect">
            <a:avLst/>
          </a:prstGeom>
          <a:solidFill>
            <a:srgbClr val="1233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817257"/>
            <a:ext cx="634293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DBMS dan Struktur Tabel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880247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DBMS (Database Management System) bertanggung jawab atas pembuatan, pengelolaan, dan pengamanan basis data. Struktur tabel harus mencerminkan desain logis yang dirancang pada tahap sebelumnya.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696301"/>
            <a:ext cx="86407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Indeks dan Struktur Penyimpanan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5759291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Indeks digunakan untuk mempercepat akses data, sedangkan struktur penyimpanan mengoptimalkan efisiensi memori dan ruang disk. Contoh indeks meliputi indeks berjenjang (B-Tree) atau indeks berbasis hash.</a:t>
            </a:r>
            <a:endParaRPr lang="en-US" sz="18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FDE823-6A57-EBA4-6929-D2BAA792E113}"/>
              </a:ext>
            </a:extLst>
          </p:cNvPr>
          <p:cNvSpPr/>
          <p:nvPr/>
        </p:nvSpPr>
        <p:spPr>
          <a:xfrm>
            <a:off x="12478215" y="7638585"/>
            <a:ext cx="2152185" cy="591015"/>
          </a:xfrm>
          <a:prstGeom prst="rect">
            <a:avLst/>
          </a:prstGeom>
          <a:solidFill>
            <a:srgbClr val="1233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848213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Studi Kasus: Sistem Pemesanan Barang PT. Nusantara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615220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PT. Nusantara membutuhkan sistem untuk mengelola pemesanan barang, pembuatan kwitansi, dan laporan penjualan. Sistem akan diimplementasikan menggunakan DBMS dengan langkah-langkah transformasi data.</a:t>
            </a:r>
            <a:endParaRPr lang="en-US" sz="18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53726-2BD6-8175-FD99-93AC918F8C7D}"/>
              </a:ext>
            </a:extLst>
          </p:cNvPr>
          <p:cNvSpPr/>
          <p:nvPr/>
        </p:nvSpPr>
        <p:spPr>
          <a:xfrm>
            <a:off x="12478215" y="7638585"/>
            <a:ext cx="2152185" cy="591015"/>
          </a:xfrm>
          <a:prstGeom prst="rect">
            <a:avLst/>
          </a:prstGeom>
          <a:solidFill>
            <a:srgbClr val="1233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588" y="743426"/>
            <a:ext cx="6001703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Struktur Tabel PT. Nusantara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02588" y="1634847"/>
            <a:ext cx="13225224" cy="5851327"/>
          </a:xfrm>
          <a:prstGeom prst="roundRect">
            <a:avLst>
              <a:gd name="adj" fmla="val 51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0208" y="1642467"/>
            <a:ext cx="13209984" cy="5770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1185" y="1770459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Tabel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17432" y="1770459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Kolom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19868" y="1770459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Tipe Data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822305" y="1770459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Keterangan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0208" y="2219563"/>
            <a:ext cx="13209984" cy="5770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1185" y="2347555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Pelanggan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17432" y="2347555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ID\_Pelanggan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19868" y="2347555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 (Primary Key)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822305" y="2347555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 unik untuk setiap pelanggan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0208" y="2796659"/>
            <a:ext cx="13209984" cy="5770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1185" y="2924651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217432" y="2924651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Nama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19868" y="2924651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VARCHAR(100)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822305" y="2924651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Nama pelanggan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10208" y="3373755"/>
            <a:ext cx="13209984" cy="5770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1185" y="3501747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217432" y="3501747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Alamat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19868" y="3501747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VARCHAR(255)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822305" y="3501747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Alamat pelanggan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10208" y="3950851"/>
            <a:ext cx="13209984" cy="5770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1185" y="4078843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Pesanan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217432" y="4078843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ID\_Pesanan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19868" y="4078843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 (Primary Key)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822305" y="4078843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 unik untuk setiap pesanan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10208" y="4527947"/>
            <a:ext cx="13209984" cy="5770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11185" y="4655939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217432" y="4655939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Tanggal\_Pesanan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519868" y="4655939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822305" y="4655939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Tanggal pesanan dilakukan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10208" y="5105043"/>
            <a:ext cx="13209984" cy="5770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11185" y="5233035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4217432" y="5233035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Total\_Pesanan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519868" y="5233035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DECIMAL(10, 2)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0822305" y="5233035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 harga dari pesanan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710208" y="5682139"/>
            <a:ext cx="13209984" cy="8982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11185" y="5810131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4217432" y="5810131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Status\_Pesanan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7519868" y="5810131"/>
            <a:ext cx="2893338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ENUM('Diproses', 'Selesai', 'Dibatalkan')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10822305" y="5810131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Status pesanan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710208" y="6580346"/>
            <a:ext cx="13209984" cy="8982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11185" y="6708338"/>
            <a:ext cx="289714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4217432" y="6708338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ID\_Pelanggan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7519868" y="6708338"/>
            <a:ext cx="289333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 (Foreign Key)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10822305" y="6708338"/>
            <a:ext cx="2897148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Merujuk ke ID\_Pelanggan di tabel Pelanggan</a:t>
            </a:r>
            <a:endParaRPr lang="en-US" sz="155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9959FFB-ADDB-3E1C-2C56-EC61B9EC2768}"/>
              </a:ext>
            </a:extLst>
          </p:cNvPr>
          <p:cNvSpPr/>
          <p:nvPr/>
        </p:nvSpPr>
        <p:spPr>
          <a:xfrm>
            <a:off x="12478215" y="7638585"/>
            <a:ext cx="2152185" cy="591015"/>
          </a:xfrm>
          <a:prstGeom prst="rect">
            <a:avLst/>
          </a:prstGeom>
          <a:solidFill>
            <a:srgbClr val="1233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393</Words>
  <Application>Microsoft Office PowerPoint</Application>
  <PresentationFormat>Custom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Quattrocento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Abhinaya Fikri</cp:lastModifiedBy>
  <cp:revision>2</cp:revision>
  <dcterms:created xsi:type="dcterms:W3CDTF">2024-11-25T13:55:50Z</dcterms:created>
  <dcterms:modified xsi:type="dcterms:W3CDTF">2024-11-25T14:00:14Z</dcterms:modified>
</cp:coreProperties>
</file>